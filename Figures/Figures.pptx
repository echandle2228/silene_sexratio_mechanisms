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Chandler" userId="603bd503-aed1-49a7-abfb-b992e14a597c" providerId="ADAL" clId="{7DE719A6-F246-491B-9822-65F81C11CFFA}"/>
    <pc:docChg chg="undo custSel addSld modSld">
      <pc:chgData name="Emma Chandler" userId="603bd503-aed1-49a7-abfb-b992e14a597c" providerId="ADAL" clId="{7DE719A6-F246-491B-9822-65F81C11CFFA}" dt="2025-11-21T14:49:34.318" v="40" actId="164"/>
      <pc:docMkLst>
        <pc:docMk/>
      </pc:docMkLst>
      <pc:sldChg chg="addSp delSp modSp new mod">
        <pc:chgData name="Emma Chandler" userId="603bd503-aed1-49a7-abfb-b992e14a597c" providerId="ADAL" clId="{7DE719A6-F246-491B-9822-65F81C11CFFA}" dt="2025-11-21T14:49:34.318" v="40" actId="164"/>
        <pc:sldMkLst>
          <pc:docMk/>
          <pc:sldMk cId="1888027915" sldId="260"/>
        </pc:sldMkLst>
        <pc:grpChg chg="add del mod">
          <ac:chgData name="Emma Chandler" userId="603bd503-aed1-49a7-abfb-b992e14a597c" providerId="ADAL" clId="{7DE719A6-F246-491B-9822-65F81C11CFFA}" dt="2025-11-21T14:48:17.540" v="31" actId="165"/>
          <ac:grpSpMkLst>
            <pc:docMk/>
            <pc:sldMk cId="1888027915" sldId="260"/>
            <ac:grpSpMk id="12" creationId="{AA8F32AE-555F-4FE2-BC4F-8469C76B1F0E}"/>
          </ac:grpSpMkLst>
        </pc:grpChg>
        <pc:grpChg chg="add mod">
          <ac:chgData name="Emma Chandler" userId="603bd503-aed1-49a7-abfb-b992e14a597c" providerId="ADAL" clId="{7DE719A6-F246-491B-9822-65F81C11CFFA}" dt="2025-11-21T14:49:34.318" v="40" actId="164"/>
          <ac:grpSpMkLst>
            <pc:docMk/>
            <pc:sldMk cId="1888027915" sldId="260"/>
            <ac:grpSpMk id="13" creationId="{498F9AA9-43ED-4A29-88CE-A19C64EEB424}"/>
          </ac:grpSpMkLst>
        </pc:grpChg>
        <pc:picChg chg="add mod topLvl">
          <ac:chgData name="Emma Chandler" userId="603bd503-aed1-49a7-abfb-b992e14a597c" providerId="ADAL" clId="{7DE719A6-F246-491B-9822-65F81C11CFFA}" dt="2025-11-21T14:49:34.318" v="40" actId="164"/>
          <ac:picMkLst>
            <pc:docMk/>
            <pc:sldMk cId="1888027915" sldId="260"/>
            <ac:picMk id="3" creationId="{9BA5F77F-0302-4C6D-B999-305E9D0658F9}"/>
          </ac:picMkLst>
        </pc:picChg>
        <pc:picChg chg="add del mod">
          <ac:chgData name="Emma Chandler" userId="603bd503-aed1-49a7-abfb-b992e14a597c" providerId="ADAL" clId="{7DE719A6-F246-491B-9822-65F81C11CFFA}" dt="2025-11-21T14:43:26.757" v="17" actId="478"/>
          <ac:picMkLst>
            <pc:docMk/>
            <pc:sldMk cId="1888027915" sldId="260"/>
            <ac:picMk id="5" creationId="{B9E44957-1A5C-4A92-9E85-10BEFBFDEA57}"/>
          </ac:picMkLst>
        </pc:picChg>
        <pc:picChg chg="add del mod">
          <ac:chgData name="Emma Chandler" userId="603bd503-aed1-49a7-abfb-b992e14a597c" providerId="ADAL" clId="{7DE719A6-F246-491B-9822-65F81C11CFFA}" dt="2025-11-21T14:43:25.713" v="16" actId="478"/>
          <ac:picMkLst>
            <pc:docMk/>
            <pc:sldMk cId="1888027915" sldId="260"/>
            <ac:picMk id="7" creationId="{5E7E38D5-2643-4081-84D0-835135D2C717}"/>
          </ac:picMkLst>
        </pc:picChg>
        <pc:picChg chg="add mod topLvl modCrop">
          <ac:chgData name="Emma Chandler" userId="603bd503-aed1-49a7-abfb-b992e14a597c" providerId="ADAL" clId="{7DE719A6-F246-491B-9822-65F81C11CFFA}" dt="2025-11-21T14:49:34.318" v="40" actId="164"/>
          <ac:picMkLst>
            <pc:docMk/>
            <pc:sldMk cId="1888027915" sldId="260"/>
            <ac:picMk id="9" creationId="{E16689D2-6DF0-4546-AC4D-356C015A0252}"/>
          </ac:picMkLst>
        </pc:picChg>
        <pc:picChg chg="add mod topLvl modCrop">
          <ac:chgData name="Emma Chandler" userId="603bd503-aed1-49a7-abfb-b992e14a597c" providerId="ADAL" clId="{7DE719A6-F246-491B-9822-65F81C11CFFA}" dt="2025-11-21T14:49:34.318" v="40" actId="164"/>
          <ac:picMkLst>
            <pc:docMk/>
            <pc:sldMk cId="1888027915" sldId="260"/>
            <ac:picMk id="11" creationId="{0F7E92A2-CB28-4EAE-807B-FF95B98E9C2A}"/>
          </ac:picMkLst>
        </pc:picChg>
      </pc:sldChg>
    </pc:docChg>
  </pc:docChgLst>
  <pc:docChgLst>
    <pc:chgData name="Emma Chandler" userId="603bd503-aed1-49a7-abfb-b992e14a597c" providerId="ADAL" clId="{778BE258-0351-4313-8805-82A0C46B2174}"/>
    <pc:docChg chg="addSld modSld">
      <pc:chgData name="Emma Chandler" userId="603bd503-aed1-49a7-abfb-b992e14a597c" providerId="ADAL" clId="{778BE258-0351-4313-8805-82A0C46B2174}" dt="2025-03-26T18:24:12.507" v="25" actId="1076"/>
      <pc:docMkLst>
        <pc:docMk/>
      </pc:docMkLst>
      <pc:sldChg chg="modSp mod">
        <pc:chgData name="Emma Chandler" userId="603bd503-aed1-49a7-abfb-b992e14a597c" providerId="ADAL" clId="{778BE258-0351-4313-8805-82A0C46B2174}" dt="2025-03-25T18:10:38.189" v="22" actId="14100"/>
        <pc:sldMkLst>
          <pc:docMk/>
          <pc:sldMk cId="243415763" sldId="258"/>
        </pc:sldMkLst>
        <pc:picChg chg="mod">
          <ac:chgData name="Emma Chandler" userId="603bd503-aed1-49a7-abfb-b992e14a597c" providerId="ADAL" clId="{778BE258-0351-4313-8805-82A0C46B2174}" dt="2025-03-25T18:10:12.028" v="18" actId="14826"/>
          <ac:picMkLst>
            <pc:docMk/>
            <pc:sldMk cId="243415763" sldId="258"/>
            <ac:picMk id="2" creationId="{543CD518-B6E1-FE39-4C28-E64B68B9DE2E}"/>
          </ac:picMkLst>
        </pc:picChg>
        <pc:cxnChg chg="mod">
          <ac:chgData name="Emma Chandler" userId="603bd503-aed1-49a7-abfb-b992e14a597c" providerId="ADAL" clId="{778BE258-0351-4313-8805-82A0C46B2174}" dt="2025-03-25T18:10:22.040" v="19" actId="14100"/>
          <ac:cxnSpMkLst>
            <pc:docMk/>
            <pc:sldMk cId="243415763" sldId="258"/>
            <ac:cxnSpMk id="6" creationId="{D068A658-FD63-518B-A322-816F28C5AB7A}"/>
          </ac:cxnSpMkLst>
        </pc:cxnChg>
        <pc:cxnChg chg="mod">
          <ac:chgData name="Emma Chandler" userId="603bd503-aed1-49a7-abfb-b992e14a597c" providerId="ADAL" clId="{778BE258-0351-4313-8805-82A0C46B2174}" dt="2025-03-25T18:10:26.454" v="20" actId="14100"/>
          <ac:cxnSpMkLst>
            <pc:docMk/>
            <pc:sldMk cId="243415763" sldId="258"/>
            <ac:cxnSpMk id="7" creationId="{2261C4F5-8566-07F7-3BD8-AF51947DD375}"/>
          </ac:cxnSpMkLst>
        </pc:cxnChg>
        <pc:cxnChg chg="mod">
          <ac:chgData name="Emma Chandler" userId="603bd503-aed1-49a7-abfb-b992e14a597c" providerId="ADAL" clId="{778BE258-0351-4313-8805-82A0C46B2174}" dt="2025-03-25T18:10:38.189" v="22" actId="14100"/>
          <ac:cxnSpMkLst>
            <pc:docMk/>
            <pc:sldMk cId="243415763" sldId="258"/>
            <ac:cxnSpMk id="8" creationId="{D8A980DC-1822-5665-09DF-9BEC153D33F6}"/>
          </ac:cxnSpMkLst>
        </pc:cxnChg>
      </pc:sldChg>
      <pc:sldChg chg="addSp modSp new mod">
        <pc:chgData name="Emma Chandler" userId="603bd503-aed1-49a7-abfb-b992e14a597c" providerId="ADAL" clId="{778BE258-0351-4313-8805-82A0C46B2174}" dt="2025-03-26T18:24:12.507" v="25" actId="1076"/>
        <pc:sldMkLst>
          <pc:docMk/>
          <pc:sldMk cId="343724083" sldId="259"/>
        </pc:sldMkLst>
        <pc:grpChg chg="add mod">
          <ac:chgData name="Emma Chandler" userId="603bd503-aed1-49a7-abfb-b992e14a597c" providerId="ADAL" clId="{778BE258-0351-4313-8805-82A0C46B2174}" dt="2025-03-19T17:28:07.093" v="16" actId="164"/>
          <ac:grpSpMkLst>
            <pc:docMk/>
            <pc:sldMk cId="343724083" sldId="259"/>
            <ac:grpSpMk id="8" creationId="{253CC07F-59E7-FDF3-5D85-E54245BD9BC3}"/>
          </ac:grpSpMkLst>
        </pc:grpChg>
        <pc:picChg chg="add mod">
          <ac:chgData name="Emma Chandler" userId="603bd503-aed1-49a7-abfb-b992e14a597c" providerId="ADAL" clId="{778BE258-0351-4313-8805-82A0C46B2174}" dt="2025-03-26T18:24:00.545" v="23" actId="14826"/>
          <ac:picMkLst>
            <pc:docMk/>
            <pc:sldMk cId="343724083" sldId="259"/>
            <ac:picMk id="3" creationId="{F1C95447-C682-6A3D-14C9-8E19968D83D2}"/>
          </ac:picMkLst>
        </pc:picChg>
        <pc:cxnChg chg="add mod">
          <ac:chgData name="Emma Chandler" userId="603bd503-aed1-49a7-abfb-b992e14a597c" providerId="ADAL" clId="{778BE258-0351-4313-8805-82A0C46B2174}" dt="2025-03-26T18:24:07.072" v="24" actId="14100"/>
          <ac:cxnSpMkLst>
            <pc:docMk/>
            <pc:sldMk cId="343724083" sldId="259"/>
            <ac:cxnSpMk id="5" creationId="{2AEBC652-A343-C33D-7698-BCC39424E62E}"/>
          </ac:cxnSpMkLst>
        </pc:cxnChg>
        <pc:cxnChg chg="add mod">
          <ac:chgData name="Emma Chandler" userId="603bd503-aed1-49a7-abfb-b992e14a597c" providerId="ADAL" clId="{778BE258-0351-4313-8805-82A0C46B2174}" dt="2025-03-26T18:24:12.507" v="25" actId="1076"/>
          <ac:cxnSpMkLst>
            <pc:docMk/>
            <pc:sldMk cId="343724083" sldId="259"/>
            <ac:cxnSpMk id="7" creationId="{A83506A3-BE3D-BC4E-0049-138DACF59750}"/>
          </ac:cxnSpMkLst>
        </pc:cxnChg>
      </pc:sldChg>
    </pc:docChg>
  </pc:docChgLst>
  <pc:docChgLst>
    <pc:chgData name="Emma Chandler" userId="603bd503-aed1-49a7-abfb-b992e14a597c" providerId="ADAL" clId="{45B06784-8353-41A5-8240-FBF7FA2ABF4D}"/>
    <pc:docChg chg="modSld">
      <pc:chgData name="Emma Chandler" userId="603bd503-aed1-49a7-abfb-b992e14a597c" providerId="ADAL" clId="{45B06784-8353-41A5-8240-FBF7FA2ABF4D}" dt="2025-08-18T17:10:18.058" v="2" actId="164"/>
      <pc:docMkLst>
        <pc:docMk/>
      </pc:docMkLst>
      <pc:sldChg chg="addSp delSp modSp">
        <pc:chgData name="Emma Chandler" userId="603bd503-aed1-49a7-abfb-b992e14a597c" providerId="ADAL" clId="{45B06784-8353-41A5-8240-FBF7FA2ABF4D}" dt="2025-08-18T17:10:18.058" v="2" actId="164"/>
        <pc:sldMkLst>
          <pc:docMk/>
          <pc:sldMk cId="243415763" sldId="258"/>
        </pc:sldMkLst>
        <pc:spChg chg="mod topLvl">
          <ac:chgData name="Emma Chandler" userId="603bd503-aed1-49a7-abfb-b992e14a597c" providerId="ADAL" clId="{45B06784-8353-41A5-8240-FBF7FA2ABF4D}" dt="2025-08-18T17:10:18.058" v="2" actId="164"/>
          <ac:spMkLst>
            <pc:docMk/>
            <pc:sldMk cId="243415763" sldId="258"/>
            <ac:spMk id="3" creationId="{4206A660-0557-0152-083F-705B7DD86F03}"/>
          </ac:spMkLst>
        </pc:spChg>
        <pc:spChg chg="mod topLvl">
          <ac:chgData name="Emma Chandler" userId="603bd503-aed1-49a7-abfb-b992e14a597c" providerId="ADAL" clId="{45B06784-8353-41A5-8240-FBF7FA2ABF4D}" dt="2025-08-18T17:10:18.058" v="2" actId="164"/>
          <ac:spMkLst>
            <pc:docMk/>
            <pc:sldMk cId="243415763" sldId="258"/>
            <ac:spMk id="4" creationId="{5D3EA095-57BC-041E-ED0D-29B7E31C7942}"/>
          </ac:spMkLst>
        </pc:spChg>
        <pc:spChg chg="mod topLvl">
          <ac:chgData name="Emma Chandler" userId="603bd503-aed1-49a7-abfb-b992e14a597c" providerId="ADAL" clId="{45B06784-8353-41A5-8240-FBF7FA2ABF4D}" dt="2025-08-18T17:10:18.058" v="2" actId="164"/>
          <ac:spMkLst>
            <pc:docMk/>
            <pc:sldMk cId="243415763" sldId="258"/>
            <ac:spMk id="5" creationId="{55BFF263-6A24-2F1E-2B7D-C02DEFD0C06B}"/>
          </ac:spMkLst>
        </pc:spChg>
        <pc:grpChg chg="del">
          <ac:chgData name="Emma Chandler" userId="603bd503-aed1-49a7-abfb-b992e14a597c" providerId="ADAL" clId="{45B06784-8353-41A5-8240-FBF7FA2ABF4D}" dt="2025-08-18T17:05:08.607" v="0" actId="165"/>
          <ac:grpSpMkLst>
            <pc:docMk/>
            <pc:sldMk cId="243415763" sldId="258"/>
            <ac:grpSpMk id="9" creationId="{550D8955-F202-E2A4-A493-75D4B9BAB36E}"/>
          </ac:grpSpMkLst>
        </pc:grpChg>
        <pc:grpChg chg="add mod">
          <ac:chgData name="Emma Chandler" userId="603bd503-aed1-49a7-abfb-b992e14a597c" providerId="ADAL" clId="{45B06784-8353-41A5-8240-FBF7FA2ABF4D}" dt="2025-08-18T17:10:18.058" v="2" actId="164"/>
          <ac:grpSpMkLst>
            <pc:docMk/>
            <pc:sldMk cId="243415763" sldId="258"/>
            <ac:grpSpMk id="10" creationId="{03C79DEC-7C6C-46B6-B2FE-298E1553AA35}"/>
          </ac:grpSpMkLst>
        </pc:grpChg>
        <pc:picChg chg="mod topLvl">
          <ac:chgData name="Emma Chandler" userId="603bd503-aed1-49a7-abfb-b992e14a597c" providerId="ADAL" clId="{45B06784-8353-41A5-8240-FBF7FA2ABF4D}" dt="2025-08-18T17:10:18.058" v="2" actId="164"/>
          <ac:picMkLst>
            <pc:docMk/>
            <pc:sldMk cId="243415763" sldId="258"/>
            <ac:picMk id="2" creationId="{543CD518-B6E1-FE39-4C28-E64B68B9DE2E}"/>
          </ac:picMkLst>
        </pc:picChg>
        <pc:cxnChg chg="mod topLvl">
          <ac:chgData name="Emma Chandler" userId="603bd503-aed1-49a7-abfb-b992e14a597c" providerId="ADAL" clId="{45B06784-8353-41A5-8240-FBF7FA2ABF4D}" dt="2025-08-18T17:10:18.058" v="2" actId="164"/>
          <ac:cxnSpMkLst>
            <pc:docMk/>
            <pc:sldMk cId="243415763" sldId="258"/>
            <ac:cxnSpMk id="6" creationId="{D068A658-FD63-518B-A322-816F28C5AB7A}"/>
          </ac:cxnSpMkLst>
        </pc:cxnChg>
        <pc:cxnChg chg="mod topLvl">
          <ac:chgData name="Emma Chandler" userId="603bd503-aed1-49a7-abfb-b992e14a597c" providerId="ADAL" clId="{45B06784-8353-41A5-8240-FBF7FA2ABF4D}" dt="2025-08-18T17:10:18.058" v="2" actId="164"/>
          <ac:cxnSpMkLst>
            <pc:docMk/>
            <pc:sldMk cId="243415763" sldId="258"/>
            <ac:cxnSpMk id="7" creationId="{2261C4F5-8566-07F7-3BD8-AF51947DD375}"/>
          </ac:cxnSpMkLst>
        </pc:cxnChg>
        <pc:cxnChg chg="mod topLvl">
          <ac:chgData name="Emma Chandler" userId="603bd503-aed1-49a7-abfb-b992e14a597c" providerId="ADAL" clId="{45B06784-8353-41A5-8240-FBF7FA2ABF4D}" dt="2025-08-18T17:10:18.058" v="2" actId="164"/>
          <ac:cxnSpMkLst>
            <pc:docMk/>
            <pc:sldMk cId="243415763" sldId="258"/>
            <ac:cxnSpMk id="8" creationId="{D8A980DC-1822-5665-09DF-9BEC153D33F6}"/>
          </ac:cxnSpMkLst>
        </pc:cxnChg>
      </pc:sldChg>
    </pc:docChg>
  </pc:docChgLst>
  <pc:docChgLst>
    <pc:chgData name="Emma Chandler" userId="603bd503-aed1-49a7-abfb-b992e14a597c" providerId="ADAL" clId="{B8E62A1A-F7D5-47B1-8AA6-51D9FA59C1DB}"/>
    <pc:docChg chg="undo custSel addSld delSld modSld">
      <pc:chgData name="Emma Chandler" userId="603bd503-aed1-49a7-abfb-b992e14a597c" providerId="ADAL" clId="{B8E62A1A-F7D5-47B1-8AA6-51D9FA59C1DB}" dt="2025-02-28T14:17:32.936" v="17" actId="47"/>
      <pc:docMkLst>
        <pc:docMk/>
      </pc:docMkLst>
      <pc:sldChg chg="delSp modSp del mod">
        <pc:chgData name="Emma Chandler" userId="603bd503-aed1-49a7-abfb-b992e14a597c" providerId="ADAL" clId="{B8E62A1A-F7D5-47B1-8AA6-51D9FA59C1DB}" dt="2025-02-17T20:25:24.512" v="1" actId="2696"/>
        <pc:sldMkLst>
          <pc:docMk/>
          <pc:sldMk cId="2543789879" sldId="256"/>
        </pc:sldMkLst>
      </pc:sldChg>
      <pc:sldChg chg="delSp modSp del">
        <pc:chgData name="Emma Chandler" userId="603bd503-aed1-49a7-abfb-b992e14a597c" providerId="ADAL" clId="{B8E62A1A-F7D5-47B1-8AA6-51D9FA59C1DB}" dt="2025-02-28T14:17:32.936" v="17" actId="47"/>
        <pc:sldMkLst>
          <pc:docMk/>
          <pc:sldMk cId="2443227474" sldId="257"/>
        </pc:sldMkLst>
      </pc:sldChg>
      <pc:sldChg chg="addSp delSp modSp new mod">
        <pc:chgData name="Emma Chandler" userId="603bd503-aed1-49a7-abfb-b992e14a597c" providerId="ADAL" clId="{B8E62A1A-F7D5-47B1-8AA6-51D9FA59C1DB}" dt="2025-02-28T14:17:17.158" v="16" actId="14826"/>
        <pc:sldMkLst>
          <pc:docMk/>
          <pc:sldMk cId="243415763" sldId="258"/>
        </pc:sldMkLst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3" creationId="{4206A660-0557-0152-083F-705B7DD86F03}"/>
          </ac:spMkLst>
        </pc:spChg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4" creationId="{5D3EA095-57BC-041E-ED0D-29B7E31C7942}"/>
          </ac:spMkLst>
        </pc:spChg>
        <pc:spChg chg="add mod topLvl">
          <ac:chgData name="Emma Chandler" userId="603bd503-aed1-49a7-abfb-b992e14a597c" providerId="ADAL" clId="{B8E62A1A-F7D5-47B1-8AA6-51D9FA59C1DB}" dt="2025-02-28T14:15:00.224" v="13" actId="338"/>
          <ac:spMkLst>
            <pc:docMk/>
            <pc:sldMk cId="243415763" sldId="258"/>
            <ac:spMk id="5" creationId="{55BFF263-6A24-2F1E-2B7D-C02DEFD0C06B}"/>
          </ac:spMkLst>
        </pc:spChg>
        <pc:picChg chg="add mod topLvl">
          <ac:chgData name="Emma Chandler" userId="603bd503-aed1-49a7-abfb-b992e14a597c" providerId="ADAL" clId="{B8E62A1A-F7D5-47B1-8AA6-51D9FA59C1DB}" dt="2025-02-28T14:17:17.158" v="16" actId="14826"/>
          <ac:picMkLst>
            <pc:docMk/>
            <pc:sldMk cId="243415763" sldId="258"/>
            <ac:picMk id="2" creationId="{543CD518-B6E1-FE39-4C28-E64B68B9DE2E}"/>
          </ac:picMkLst>
        </pc:pic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6" creationId="{D068A658-FD63-518B-A322-816F28C5AB7A}"/>
          </ac:cxnSpMkLst>
        </pc:cxn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7" creationId="{2261C4F5-8566-07F7-3BD8-AF51947DD375}"/>
          </ac:cxnSpMkLst>
        </pc:cxnChg>
        <pc:cxnChg chg="add mod topLvl">
          <ac:chgData name="Emma Chandler" userId="603bd503-aed1-49a7-abfb-b992e14a597c" providerId="ADAL" clId="{B8E62A1A-F7D5-47B1-8AA6-51D9FA59C1DB}" dt="2025-02-28T14:15:00.224" v="13" actId="338"/>
          <ac:cxnSpMkLst>
            <pc:docMk/>
            <pc:sldMk cId="243415763" sldId="258"/>
            <ac:cxnSpMk id="8" creationId="{D8A980DC-1822-5665-09DF-9BEC153D33F6}"/>
          </ac:cxnSpMkLst>
        </pc:cxnChg>
      </pc:sldChg>
    </pc:docChg>
  </pc:docChgLst>
  <pc:docChgLst>
    <pc:chgData name="Emma Chandler" userId="603bd503-aed1-49a7-abfb-b992e14a597c" providerId="ADAL" clId="{EFDB26C3-1D12-4CDE-9F95-62312DB94FC3}"/>
    <pc:docChg chg="modSld">
      <pc:chgData name="Emma Chandler" userId="603bd503-aed1-49a7-abfb-b992e14a597c" providerId="ADAL" clId="{EFDB26C3-1D12-4CDE-9F95-62312DB94FC3}" dt="2025-05-26T14:18:49.662" v="6" actId="164"/>
      <pc:docMkLst>
        <pc:docMk/>
      </pc:docMkLst>
      <pc:sldChg chg="addSp delSp modSp mod">
        <pc:chgData name="Emma Chandler" userId="603bd503-aed1-49a7-abfb-b992e14a597c" providerId="ADAL" clId="{EFDB26C3-1D12-4CDE-9F95-62312DB94FC3}" dt="2025-05-26T14:18:49.662" v="6" actId="164"/>
        <pc:sldMkLst>
          <pc:docMk/>
          <pc:sldMk cId="243415763" sldId="258"/>
        </pc:sldMkLst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3" creationId="{4206A660-0557-0152-083F-705B7DD86F03}"/>
          </ac:spMkLst>
        </pc:spChg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4" creationId="{5D3EA095-57BC-041E-ED0D-29B7E31C7942}"/>
          </ac:spMkLst>
        </pc:spChg>
        <pc:spChg chg="mod topLvl">
          <ac:chgData name="Emma Chandler" userId="603bd503-aed1-49a7-abfb-b992e14a597c" providerId="ADAL" clId="{EFDB26C3-1D12-4CDE-9F95-62312DB94FC3}" dt="2025-05-26T14:18:49.662" v="6" actId="164"/>
          <ac:spMkLst>
            <pc:docMk/>
            <pc:sldMk cId="243415763" sldId="258"/>
            <ac:spMk id="5" creationId="{55BFF263-6A24-2F1E-2B7D-C02DEFD0C06B}"/>
          </ac:spMkLst>
        </pc:spChg>
        <pc:grpChg chg="add mod">
          <ac:chgData name="Emma Chandler" userId="603bd503-aed1-49a7-abfb-b992e14a597c" providerId="ADAL" clId="{EFDB26C3-1D12-4CDE-9F95-62312DB94FC3}" dt="2025-05-26T14:18:49.662" v="6" actId="164"/>
          <ac:grpSpMkLst>
            <pc:docMk/>
            <pc:sldMk cId="243415763" sldId="258"/>
            <ac:grpSpMk id="9" creationId="{550D8955-F202-E2A4-A493-75D4B9BAB36E}"/>
          </ac:grpSpMkLst>
        </pc:grpChg>
        <pc:grpChg chg="del">
          <ac:chgData name="Emma Chandler" userId="603bd503-aed1-49a7-abfb-b992e14a597c" providerId="ADAL" clId="{EFDB26C3-1D12-4CDE-9F95-62312DB94FC3}" dt="2025-05-26T14:17:31.957" v="0" actId="165"/>
          <ac:grpSpMkLst>
            <pc:docMk/>
            <pc:sldMk cId="243415763" sldId="258"/>
            <ac:grpSpMk id="10" creationId="{2858222E-8671-3719-6ED0-ECED4A9084A2}"/>
          </ac:grpSpMkLst>
        </pc:grpChg>
        <pc:picChg chg="mod topLvl">
          <ac:chgData name="Emma Chandler" userId="603bd503-aed1-49a7-abfb-b992e14a597c" providerId="ADAL" clId="{EFDB26C3-1D12-4CDE-9F95-62312DB94FC3}" dt="2025-05-26T14:18:49.662" v="6" actId="164"/>
          <ac:picMkLst>
            <pc:docMk/>
            <pc:sldMk cId="243415763" sldId="258"/>
            <ac:picMk id="2" creationId="{543CD518-B6E1-FE39-4C28-E64B68B9DE2E}"/>
          </ac:picMkLst>
        </pc:pic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6" creationId="{D068A658-FD63-518B-A322-816F28C5AB7A}"/>
          </ac:cxnSpMkLst>
        </pc:cxn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7" creationId="{2261C4F5-8566-07F7-3BD8-AF51947DD375}"/>
          </ac:cxnSpMkLst>
        </pc:cxnChg>
        <pc:cxnChg chg="mod topLvl">
          <ac:chgData name="Emma Chandler" userId="603bd503-aed1-49a7-abfb-b992e14a597c" providerId="ADAL" clId="{EFDB26C3-1D12-4CDE-9F95-62312DB94FC3}" dt="2025-05-26T14:18:49.662" v="6" actId="164"/>
          <ac:cxnSpMkLst>
            <pc:docMk/>
            <pc:sldMk cId="243415763" sldId="258"/>
            <ac:cxnSpMk id="8" creationId="{D8A980DC-1822-5665-09DF-9BEC153D33F6}"/>
          </ac:cxnSpMkLst>
        </pc:cxnChg>
      </pc:sldChg>
    </pc:docChg>
  </pc:docChgLst>
  <pc:docChgLst>
    <pc:chgData name="Emma Chandler" userId="603bd503-aed1-49a7-abfb-b992e14a597c" providerId="ADAL" clId="{93B87E22-4F25-46AE-8680-5F85A8EF1220}"/>
    <pc:docChg chg="modSld">
      <pc:chgData name="Emma Chandler" userId="603bd503-aed1-49a7-abfb-b992e14a597c" providerId="ADAL" clId="{93B87E22-4F25-46AE-8680-5F85A8EF1220}" dt="2026-03-09T15:53:03.589" v="2" actId="164"/>
      <pc:docMkLst>
        <pc:docMk/>
      </pc:docMkLst>
      <pc:sldChg chg="addSp delSp modSp">
        <pc:chgData name="Emma Chandler" userId="603bd503-aed1-49a7-abfb-b992e14a597c" providerId="ADAL" clId="{93B87E22-4F25-46AE-8680-5F85A8EF1220}" dt="2026-03-09T15:53:03.589" v="2" actId="164"/>
        <pc:sldMkLst>
          <pc:docMk/>
          <pc:sldMk cId="1888027915" sldId="260"/>
        </pc:sldMkLst>
        <pc:grpChg chg="add mod">
          <ac:chgData name="Emma Chandler" userId="603bd503-aed1-49a7-abfb-b992e14a597c" providerId="ADAL" clId="{93B87E22-4F25-46AE-8680-5F85A8EF1220}" dt="2026-03-09T15:53:03.589" v="2" actId="164"/>
          <ac:grpSpMkLst>
            <pc:docMk/>
            <pc:sldMk cId="1888027915" sldId="260"/>
            <ac:grpSpMk id="2" creationId="{C290C66D-6948-40B4-B388-C5CE81569852}"/>
          </ac:grpSpMkLst>
        </pc:grpChg>
        <pc:grpChg chg="del">
          <ac:chgData name="Emma Chandler" userId="603bd503-aed1-49a7-abfb-b992e14a597c" providerId="ADAL" clId="{93B87E22-4F25-46AE-8680-5F85A8EF1220}" dt="2026-03-09T15:52:03.745" v="0" actId="165"/>
          <ac:grpSpMkLst>
            <pc:docMk/>
            <pc:sldMk cId="1888027915" sldId="260"/>
            <ac:grpSpMk id="13" creationId="{498F9AA9-43ED-4A29-88CE-A19C64EEB424}"/>
          </ac:grpSpMkLst>
        </pc:grpChg>
        <pc:picChg chg="mod topLvl">
          <ac:chgData name="Emma Chandler" userId="603bd503-aed1-49a7-abfb-b992e14a597c" providerId="ADAL" clId="{93B87E22-4F25-46AE-8680-5F85A8EF1220}" dt="2026-03-09T15:53:03.589" v="2" actId="164"/>
          <ac:picMkLst>
            <pc:docMk/>
            <pc:sldMk cId="1888027915" sldId="260"/>
            <ac:picMk id="3" creationId="{9BA5F77F-0302-4C6D-B999-305E9D0658F9}"/>
          </ac:picMkLst>
        </pc:picChg>
        <pc:picChg chg="mod topLvl">
          <ac:chgData name="Emma Chandler" userId="603bd503-aed1-49a7-abfb-b992e14a597c" providerId="ADAL" clId="{93B87E22-4F25-46AE-8680-5F85A8EF1220}" dt="2026-03-09T15:53:03.589" v="2" actId="164"/>
          <ac:picMkLst>
            <pc:docMk/>
            <pc:sldMk cId="1888027915" sldId="260"/>
            <ac:picMk id="9" creationId="{E16689D2-6DF0-4546-AC4D-356C015A0252}"/>
          </ac:picMkLst>
        </pc:picChg>
        <pc:picChg chg="mod topLvl">
          <ac:chgData name="Emma Chandler" userId="603bd503-aed1-49a7-abfb-b992e14a597c" providerId="ADAL" clId="{93B87E22-4F25-46AE-8680-5F85A8EF1220}" dt="2026-03-09T15:53:03.589" v="2" actId="164"/>
          <ac:picMkLst>
            <pc:docMk/>
            <pc:sldMk cId="1888027915" sldId="260"/>
            <ac:picMk id="11" creationId="{0F7E92A2-CB28-4EAE-807B-FF95B98E9C2A}"/>
          </ac:picMkLst>
        </pc:picChg>
      </pc:sldChg>
    </pc:docChg>
  </pc:docChgLst>
  <pc:docChgLst>
    <pc:chgData name="Emma Chandler" userId="603bd503-aed1-49a7-abfb-b992e14a597c" providerId="ADAL" clId="{3D74272E-82F4-40D4-8F26-194580DCB532}"/>
    <pc:docChg chg="modSld">
      <pc:chgData name="Emma Chandler" userId="603bd503-aed1-49a7-abfb-b992e14a597c" providerId="ADAL" clId="{3D74272E-82F4-40D4-8F26-194580DCB532}" dt="2026-04-19T13:24:19.726" v="6" actId="164"/>
      <pc:docMkLst>
        <pc:docMk/>
      </pc:docMkLst>
      <pc:sldChg chg="addSp delSp modSp">
        <pc:chgData name="Emma Chandler" userId="603bd503-aed1-49a7-abfb-b992e14a597c" providerId="ADAL" clId="{3D74272E-82F4-40D4-8F26-194580DCB532}" dt="2026-04-19T13:24:19.726" v="6" actId="164"/>
        <pc:sldMkLst>
          <pc:docMk/>
          <pc:sldMk cId="1888027915" sldId="260"/>
        </pc:sldMkLst>
        <pc:grpChg chg="add mod">
          <ac:chgData name="Emma Chandler" userId="603bd503-aed1-49a7-abfb-b992e14a597c" providerId="ADAL" clId="{3D74272E-82F4-40D4-8F26-194580DCB532}" dt="2026-04-19T13:24:19.726" v="6" actId="164"/>
          <ac:grpSpMkLst>
            <pc:docMk/>
            <pc:sldMk cId="1888027915" sldId="260"/>
            <ac:grpSpMk id="2" creationId="{6FD04DBE-042A-485C-ABE1-089001380B85}"/>
          </ac:grpSpMkLst>
        </pc:grpChg>
        <pc:grpChg chg="del">
          <ac:chgData name="Emma Chandler" userId="603bd503-aed1-49a7-abfb-b992e14a597c" providerId="ADAL" clId="{3D74272E-82F4-40D4-8F26-194580DCB532}" dt="2026-04-18T16:26:34.565" v="0" actId="165"/>
          <ac:grpSpMkLst>
            <pc:docMk/>
            <pc:sldMk cId="1888027915" sldId="260"/>
            <ac:grpSpMk id="2" creationId="{C290C66D-6948-40B4-B388-C5CE81569852}"/>
          </ac:grpSpMkLst>
        </pc:grpChg>
        <pc:grpChg chg="add del mod">
          <ac:chgData name="Emma Chandler" userId="603bd503-aed1-49a7-abfb-b992e14a597c" providerId="ADAL" clId="{3D74272E-82F4-40D4-8F26-194580DCB532}" dt="2026-04-19T13:23:29.062" v="3" actId="165"/>
          <ac:grpSpMkLst>
            <pc:docMk/>
            <pc:sldMk cId="1888027915" sldId="260"/>
            <ac:grpSpMk id="4" creationId="{86D39A92-9802-4788-97A2-2E6DD9223E27}"/>
          </ac:grpSpMkLst>
        </pc:grpChg>
        <pc:picChg chg="mod topLvl">
          <ac:chgData name="Emma Chandler" userId="603bd503-aed1-49a7-abfb-b992e14a597c" providerId="ADAL" clId="{3D74272E-82F4-40D4-8F26-194580DCB532}" dt="2026-04-19T13:24:19.726" v="6" actId="164"/>
          <ac:picMkLst>
            <pc:docMk/>
            <pc:sldMk cId="1888027915" sldId="260"/>
            <ac:picMk id="3" creationId="{9BA5F77F-0302-4C6D-B999-305E9D0658F9}"/>
          </ac:picMkLst>
        </pc:picChg>
        <pc:picChg chg="mod topLvl">
          <ac:chgData name="Emma Chandler" userId="603bd503-aed1-49a7-abfb-b992e14a597c" providerId="ADAL" clId="{3D74272E-82F4-40D4-8F26-194580DCB532}" dt="2026-04-19T13:24:19.726" v="6" actId="164"/>
          <ac:picMkLst>
            <pc:docMk/>
            <pc:sldMk cId="1888027915" sldId="260"/>
            <ac:picMk id="9" creationId="{E16689D2-6DF0-4546-AC4D-356C015A0252}"/>
          </ac:picMkLst>
        </pc:picChg>
        <pc:picChg chg="mod topLvl">
          <ac:chgData name="Emma Chandler" userId="603bd503-aed1-49a7-abfb-b992e14a597c" providerId="ADAL" clId="{3D74272E-82F4-40D4-8F26-194580DCB532}" dt="2026-04-19T13:24:19.726" v="6" actId="164"/>
          <ac:picMkLst>
            <pc:docMk/>
            <pc:sldMk cId="1888027915" sldId="260"/>
            <ac:picMk id="11" creationId="{0F7E92A2-CB28-4EAE-807B-FF95B98E9C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D0DDF-2506-431C-801C-7A6D78550D5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E18E-79F1-4030-846B-01E549B13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1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9A18-B04B-5E9A-936D-1B1E1F761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E797F-8C9A-D608-BBB2-C708A2F6E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6FBFA-4CA2-4613-F65A-164A0860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E2CC-28FA-4755-B5F5-D1BE8988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D90F-2780-E858-0CF9-BBB74336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D846-3261-15E7-565C-8714754A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9D0C5-9D02-441D-C0F8-97D9C163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5C3D-6C0B-090B-9255-5B43A40F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6540F-0032-9937-A456-F0BABAA7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4C26-7AAC-F5DA-7C52-2408880E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5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E48D-DE68-7477-569D-958E70B1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20409-B573-7B79-E28D-788CE29BB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843E0-E815-F4F4-DEA1-D8F8E046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2EF3-398B-E809-8A87-83BB593E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46533-2E23-1FBA-DCF0-C6FE5529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0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FEB9-0678-3784-28AC-2045F6CE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6623-2AD8-BA96-126E-25D4D7239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7776F-A7F0-5A3D-8833-72ABCCBF4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0258-8914-E7ED-9B72-01B43315C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129C3-1C89-EF3C-8228-5ED46D8D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D8C95-539C-70F4-621C-F0B83A8C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4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E022A-2B22-0BA1-BB83-899AE43C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2159A-E792-D8E0-CC1B-94B60D9A3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39D1C-352E-266E-5AFC-978DABC6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E2558-8D35-9621-9AA7-992693E79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3C155-4D3C-C4A4-EB45-01D7F183A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1A4A6-9E5A-8650-9A5B-30FA9EB5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94E2E-6332-41AA-9BEF-4B0F7816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CFD43-BCEA-4192-EE8C-EACC8F4D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7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599D-402E-E3F7-A00A-C931713B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683C9-D17A-572B-BEC6-873B1DF3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0ECAF-AE7D-485A-9A9C-6649D0E2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4CB16-1F69-7A83-1F31-BF58A255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5F6A6-1ABC-DA06-AA42-19D3808E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0E8E9-FE18-5E69-B1DE-7EB2C635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0C91-8939-132D-F9D2-C5244A3A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FAE7-9C2F-88F4-757E-906E42DF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896A-D894-F0FB-8523-F97D03EE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9DC10-B2AD-2ED8-EC12-7DC070278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141B-B6C0-EA31-55F7-F9531292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315C6-C935-3EB2-0EAB-5E87FA09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6EBFF-61E4-E581-E8A5-F3321F1F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D539-95F8-85DF-3581-2D758016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DD286-3303-5004-5A0A-3FB83C84B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21E11-8D6D-9360-4449-46EAA048C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DD1D8-3C6B-A0C4-17A7-B5DFE32D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8724C-54F4-2478-34C9-2FD99F14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E7C40-0391-775F-93F8-D1B2458A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8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E631-958E-E69B-1C2D-39632890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4A08A-791D-B481-5BC7-039E649CE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4AA6E-7AD0-F9BC-D429-59A21E25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C9447-92B4-2F4D-1A87-E08D3723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93EFE-8666-2083-86F6-D3A478C3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96EFD-591D-C461-86CF-32BBD1CDA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D6F2B-6978-1956-54E4-C116A3E96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7CD5D-609E-CC92-8359-801BCB8E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82FB-CD65-422E-CF5B-8B50641A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4503-385B-614B-B00B-6F079C71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06ABC-AA37-DB28-D239-10E8A480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90C3E-101D-0C85-42B7-C7A37188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2CB5-19B6-DB33-16FA-B0779541B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CD3B6-50D8-47DB-9864-AC89C4D06DC3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6650-7D8F-32ED-AB93-9E9A5D20B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532B-D0C5-22F5-2E40-3BA99EFE4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E9670-8A7D-4BCE-B3BD-FA8868D06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79DEC-7C6C-46B6-B2FE-298E1553AA35}"/>
              </a:ext>
            </a:extLst>
          </p:cNvPr>
          <p:cNvGrpSpPr/>
          <p:nvPr/>
        </p:nvGrpSpPr>
        <p:grpSpPr>
          <a:xfrm>
            <a:off x="945035" y="221881"/>
            <a:ext cx="8479507" cy="6359630"/>
            <a:chOff x="945035" y="221881"/>
            <a:chExt cx="8479507" cy="635963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43CD518-B6E1-FE39-4C28-E64B68B9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45035" y="221881"/>
              <a:ext cx="8479507" cy="63596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06A660-0557-0152-083F-705B7DD86F03}"/>
                </a:ext>
              </a:extLst>
            </p:cNvPr>
            <p:cNvSpPr txBox="1"/>
            <p:nvPr/>
          </p:nvSpPr>
          <p:spPr>
            <a:xfrm>
              <a:off x="2767457" y="5759406"/>
              <a:ext cx="16983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10 Functionally Male Plants (13 flowers)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3EA095-57BC-041E-ED0D-29B7E31C7942}"/>
                </a:ext>
              </a:extLst>
            </p:cNvPr>
            <p:cNvSpPr txBox="1"/>
            <p:nvPr/>
          </p:nvSpPr>
          <p:spPr>
            <a:xfrm>
              <a:off x="5657735" y="5759406"/>
              <a:ext cx="1564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 Functionally Male Plant (1 flower)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BFF263-6A24-2F1E-2B7D-C02DEFD0C06B}"/>
                </a:ext>
              </a:extLst>
            </p:cNvPr>
            <p:cNvSpPr txBox="1"/>
            <p:nvPr/>
          </p:nvSpPr>
          <p:spPr>
            <a:xfrm>
              <a:off x="5787913" y="4106560"/>
              <a:ext cx="1164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1 Sterile Plant (2 flowers)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068A658-FD63-518B-A322-816F28C5AB7A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2142910" y="5990239"/>
              <a:ext cx="624547" cy="1800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61C4F5-8566-07F7-3BD8-AF51947DD375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flipH="1">
              <a:off x="4907280" y="5990239"/>
              <a:ext cx="750455" cy="1800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8A980DC-1822-5665-09DF-9BEC153D33F6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4907280" y="4337393"/>
              <a:ext cx="880633" cy="2308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41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53CC07F-59E7-FDF3-5D85-E54245BD9BC3}"/>
              </a:ext>
            </a:extLst>
          </p:cNvPr>
          <p:cNvGrpSpPr/>
          <p:nvPr/>
        </p:nvGrpSpPr>
        <p:grpSpPr>
          <a:xfrm>
            <a:off x="2090737" y="235615"/>
            <a:ext cx="8010525" cy="6386769"/>
            <a:chOff x="2090737" y="235615"/>
            <a:chExt cx="8010525" cy="63867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C95447-C682-6A3D-14C9-8E19968D8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90737" y="235615"/>
              <a:ext cx="8010525" cy="6386769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EBC652-A343-C33D-7698-BCC39424E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4560" y="3820160"/>
              <a:ext cx="375920" cy="1310640"/>
            </a:xfrm>
            <a:prstGeom prst="line">
              <a:avLst/>
            </a:prstGeom>
            <a:ln w="1905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3506A3-BE3D-BC4E-0049-138DACF59750}"/>
                </a:ext>
              </a:extLst>
            </p:cNvPr>
            <p:cNvCxnSpPr/>
            <p:nvPr/>
          </p:nvCxnSpPr>
          <p:spPr>
            <a:xfrm>
              <a:off x="6004560" y="5445760"/>
              <a:ext cx="375920" cy="0"/>
            </a:xfrm>
            <a:prstGeom prst="line">
              <a:avLst/>
            </a:prstGeom>
            <a:ln w="1905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72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D04DBE-042A-485C-ABE1-089001380B85}"/>
              </a:ext>
            </a:extLst>
          </p:cNvPr>
          <p:cNvGrpSpPr/>
          <p:nvPr/>
        </p:nvGrpSpPr>
        <p:grpSpPr>
          <a:xfrm>
            <a:off x="2960909" y="828669"/>
            <a:ext cx="6270182" cy="5486410"/>
            <a:chOff x="2960909" y="828669"/>
            <a:chExt cx="6270182" cy="54864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A5F77F-0302-4C6D-B999-305E9D065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60909" y="828669"/>
              <a:ext cx="6270182" cy="548641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6689D2-6DF0-4546-AC4D-356C015A0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7" b="2917"/>
            <a:stretch/>
          </p:blipFill>
          <p:spPr>
            <a:xfrm>
              <a:off x="4800597" y="3876679"/>
              <a:ext cx="914402" cy="215265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F7E92A2-CB28-4EAE-807B-FF95B98E9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7" b="2917"/>
            <a:stretch/>
          </p:blipFill>
          <p:spPr>
            <a:xfrm>
              <a:off x="6934203" y="3876679"/>
              <a:ext cx="914402" cy="21526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802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23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Chandler</dc:creator>
  <cp:lastModifiedBy>Emma Chandler</cp:lastModifiedBy>
  <cp:revision>14</cp:revision>
  <dcterms:created xsi:type="dcterms:W3CDTF">2025-02-17T19:16:33Z</dcterms:created>
  <dcterms:modified xsi:type="dcterms:W3CDTF">2026-04-19T13:26:35Z</dcterms:modified>
</cp:coreProperties>
</file>